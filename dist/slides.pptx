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will appear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Doing Drupal for 15 years.
- Programming in general for 20.
- This is a picture of a Lily58 mechanical keyboard.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Scan the QR code for the talk repo. Which has links to all of the resources you need.
- There's also a Drupal and Storybook article on my 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2026-01-20T19:08:34Z</dcterms:created>
  <dcterms:modified xsi:type="dcterms:W3CDTF">2026-01-20T19:08:34Z</dcterms:modified>
</cp:coreProperties>
</file>